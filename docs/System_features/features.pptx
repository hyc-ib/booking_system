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75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43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1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91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7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1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22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66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97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83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27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AE71C8A-5CC6-4D35-BA87-F5FFDD0C0CA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B3E24-2A3E-45C3-9070-8DA34C90A5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CD0DB370-827F-B959-8CEC-C57A5CCF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功能介紹與使用技術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CE199D80-E7B7-93C1-8F84-D1E9F0DA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系統名稱：公務車調度管理系統</a:t>
            </a:r>
            <a:endParaRPr lang="en-US" altLang="zh-TW" sz="2400" dirty="0"/>
          </a:p>
          <a:p>
            <a:r>
              <a:rPr lang="zh-TW" altLang="en-US" sz="2400" dirty="0"/>
              <a:t>開發框架：</a:t>
            </a:r>
            <a:r>
              <a:rPr lang="en-US" altLang="zh-TW" sz="2400" dirty="0"/>
              <a:t>Django</a:t>
            </a:r>
          </a:p>
          <a:p>
            <a:r>
              <a:rPr lang="zh-TW" altLang="en-US" sz="2400" dirty="0"/>
              <a:t>開發目的：</a:t>
            </a:r>
            <a:endParaRPr lang="en-US" altLang="zh-TW" sz="2400" dirty="0"/>
          </a:p>
          <a:p>
            <a:pPr lvl="1"/>
            <a:r>
              <a:rPr lang="zh-TW" altLang="en-US" sz="2000" dirty="0"/>
              <a:t>提升公務車借用效率</a:t>
            </a:r>
            <a:endParaRPr lang="en-US" altLang="zh-TW" sz="2000" dirty="0"/>
          </a:p>
          <a:p>
            <a:pPr lvl="1"/>
            <a:r>
              <a:rPr lang="zh-TW" altLang="en-US" sz="2000" dirty="0"/>
              <a:t>降低人工管理成本</a:t>
            </a:r>
            <a:endParaRPr lang="en-US" altLang="zh-TW" sz="2000" dirty="0"/>
          </a:p>
          <a:p>
            <a:pPr lvl="1"/>
            <a:r>
              <a:rPr lang="zh-TW" altLang="en-US" sz="2000" dirty="0"/>
              <a:t>避免重複預約與借用衝突</a:t>
            </a:r>
          </a:p>
        </p:txBody>
      </p:sp>
    </p:spTree>
    <p:extLst>
      <p:ext uri="{BB962C8B-B14F-4D97-AF65-F5344CB8AC3E}">
        <p14:creationId xmlns:p14="http://schemas.microsoft.com/office/powerpoint/2010/main" val="96148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ACC18D-0A14-904F-1EF6-8AAF308F8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B8581-A0AA-E93B-6823-A764C8DC04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TW" altLang="en-US" sz="2000" dirty="0"/>
              <a:t>車輛管理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車輛資訊查詢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車輛狀態管理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可借用車輛篩選</a:t>
            </a:r>
            <a:endParaRPr lang="en-US" altLang="zh-TW" sz="1800" dirty="0"/>
          </a:p>
          <a:p>
            <a:pPr marL="514350" indent="-514350">
              <a:buAutoNum type="arabicPeriod"/>
            </a:pPr>
            <a:r>
              <a:rPr lang="zh-TW" altLang="en-US" sz="2000" dirty="0"/>
              <a:t>借車預約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線上預約借車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借車時段選擇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還車流程管理</a:t>
            </a:r>
            <a:endParaRPr lang="en-US" altLang="zh-TW" sz="1800" dirty="0"/>
          </a:p>
          <a:p>
            <a:pPr marL="514350" indent="-514350">
              <a:buAutoNum type="arabicPeriod"/>
            </a:pPr>
            <a:r>
              <a:rPr lang="zh-TW" altLang="en-US" sz="2000" dirty="0"/>
              <a:t>日曆視覺化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日曆顯示預約資訊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快速查看車輛使用情況</a:t>
            </a:r>
            <a:endParaRPr lang="en-US" altLang="zh-TW" sz="18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7AB4D63-6863-B0A1-7CF6-40E69092A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/>
              <a:t>特色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01C6E9-C6D4-2B65-78FB-786CA577340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TW" altLang="en-US" sz="2000" dirty="0"/>
              <a:t>智慧預約管理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自動檢查時間是否重疊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避免重複借用同一車輛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借用中車輛不可再次預約</a:t>
            </a:r>
            <a:endParaRPr lang="en-US" altLang="zh-TW" sz="1800" dirty="0"/>
          </a:p>
          <a:p>
            <a:pPr marL="514350" indent="-514350">
              <a:buAutoNum type="arabicPeriod"/>
            </a:pPr>
            <a:r>
              <a:rPr lang="zh-TW" altLang="en-US" sz="2000" dirty="0"/>
              <a:t>使用者風險評估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根據借車紀錄計算風險指數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超過風險門檻時，自動停用借車權限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一個月後自動解除限制並恢復借車資格</a:t>
            </a:r>
            <a:endParaRPr lang="en-US" altLang="zh-TW" sz="1800" dirty="0"/>
          </a:p>
          <a:p>
            <a:pPr marL="514350" indent="-514350">
              <a:buAutoNum type="arabicPeriod"/>
            </a:pPr>
            <a:r>
              <a:rPr lang="zh-TW" altLang="en-US" sz="2000" dirty="0"/>
              <a:t>首頁儀錶板統計分析</a:t>
            </a:r>
            <a:endParaRPr lang="en-US" altLang="zh-TW" sz="20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即時顯示系統統計資訊</a:t>
            </a:r>
            <a:endParaRPr lang="en-US" altLang="zh-TW" sz="1800" dirty="0"/>
          </a:p>
          <a:p>
            <a:pPr marL="971550" lvl="1" indent="-514350">
              <a:buAutoNum type="arabicPeriod"/>
            </a:pPr>
            <a:r>
              <a:rPr lang="zh-TW" altLang="en-US" sz="1800" dirty="0"/>
              <a:t>車輛使用率與借車狀況一目了然</a:t>
            </a:r>
            <a:endParaRPr lang="en-US" altLang="zh-TW" sz="1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B3950F-2FC9-A13E-B76B-26CF0662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核心功能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特色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7877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9CF0F1-D296-310B-E1B5-B07064FD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系統使用技術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BCF0775-8C2E-F065-4E33-1ECA483B1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263729"/>
              </p:ext>
            </p:extLst>
          </p:nvPr>
        </p:nvGraphicFramePr>
        <p:xfrm>
          <a:off x="844550" y="1992789"/>
          <a:ext cx="7577074" cy="40233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3788537">
                  <a:extLst>
                    <a:ext uri="{9D8B030D-6E8A-4147-A177-3AD203B41FA5}">
                      <a16:colId xmlns:a16="http://schemas.microsoft.com/office/drawing/2014/main" val="2142204625"/>
                    </a:ext>
                  </a:extLst>
                </a:gridCol>
                <a:gridCol w="3788537">
                  <a:extLst>
                    <a:ext uri="{9D8B030D-6E8A-4147-A177-3AD203B41FA5}">
                      <a16:colId xmlns:a16="http://schemas.microsoft.com/office/drawing/2014/main" val="4026405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技術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92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後端開發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343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Django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Web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95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HTML5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網頁結構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00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CSS3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網頁樣式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48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前端互動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6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Bootstrap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響應式介面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998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SQLite /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資料庫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889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Django Template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前端模板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356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版本控制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956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GitLab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團隊協作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59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08178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163</TotalTime>
  <Words>197</Words>
  <Application>Microsoft Office PowerPoint</Application>
  <PresentationFormat>寬螢幕</PresentationFormat>
  <Paragraphs>55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 2</vt:lpstr>
      <vt:lpstr>HDOfficeLightV0</vt:lpstr>
      <vt:lpstr>功能介紹與使用技術</vt:lpstr>
      <vt:lpstr>核心功能 &amp; 特色</vt:lpstr>
      <vt:lpstr>系統使用技術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Betty Y.L. Chien 錢映伶</dc:creator>
  <cp:lastModifiedBy>Betty Y.L. Chien 錢映伶</cp:lastModifiedBy>
  <cp:revision>9</cp:revision>
  <dcterms:created xsi:type="dcterms:W3CDTF">2026-07-10T13:15:07Z</dcterms:created>
  <dcterms:modified xsi:type="dcterms:W3CDTF">2026-07-11T05:41:42Z</dcterms:modified>
</cp:coreProperties>
</file>