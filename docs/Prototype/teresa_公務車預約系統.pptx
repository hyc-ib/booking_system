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思如 陳" userId="49910af320172883" providerId="LiveId" clId="{C8B363BA-55AB-458C-BDD9-1D0F59CBD74E}"/>
    <pc:docChg chg="undo custSel modSld">
      <pc:chgData name="思如 陳" userId="49910af320172883" providerId="LiveId" clId="{C8B363BA-55AB-458C-BDD9-1D0F59CBD74E}" dt="2026-04-18T11:30:10.011" v="449" actId="20577"/>
      <pc:docMkLst>
        <pc:docMk/>
      </pc:docMkLst>
      <pc:sldChg chg="modSp mod">
        <pc:chgData name="思如 陳" userId="49910af320172883" providerId="LiveId" clId="{C8B363BA-55AB-458C-BDD9-1D0F59CBD74E}" dt="2026-04-18T09:35:57.429" v="10" actId="20577"/>
        <pc:sldMkLst>
          <pc:docMk/>
          <pc:sldMk cId="3142518777" sldId="257"/>
        </pc:sldMkLst>
        <pc:spChg chg="mod">
          <ac:chgData name="思如 陳" userId="49910af320172883" providerId="LiveId" clId="{C8B363BA-55AB-458C-BDD9-1D0F59CBD74E}" dt="2026-04-18T09:35:57.429" v="10" actId="20577"/>
          <ac:spMkLst>
            <pc:docMk/>
            <pc:sldMk cId="3142518777" sldId="257"/>
            <ac:spMk id="5" creationId="{19AD419E-1A21-4829-A770-6CE9AAABC8FB}"/>
          </ac:spMkLst>
        </pc:spChg>
      </pc:sldChg>
      <pc:sldChg chg="modSp mod">
        <pc:chgData name="思如 陳" userId="49910af320172883" providerId="LiveId" clId="{C8B363BA-55AB-458C-BDD9-1D0F59CBD74E}" dt="2026-04-18T11:21:02.317" v="93" actId="20577"/>
        <pc:sldMkLst>
          <pc:docMk/>
          <pc:sldMk cId="3149828854" sldId="258"/>
        </pc:sldMkLst>
        <pc:spChg chg="mod">
          <ac:chgData name="思如 陳" userId="49910af320172883" providerId="LiveId" clId="{C8B363BA-55AB-458C-BDD9-1D0F59CBD74E}" dt="2026-04-18T09:42:50.109" v="20" actId="1076"/>
          <ac:spMkLst>
            <pc:docMk/>
            <pc:sldMk cId="3149828854" sldId="258"/>
            <ac:spMk id="4" creationId="{25F52379-1220-4642-AF1B-C1EECEF0A1F3}"/>
          </ac:spMkLst>
        </pc:spChg>
        <pc:spChg chg="mod">
          <ac:chgData name="思如 陳" userId="49910af320172883" providerId="LiveId" clId="{C8B363BA-55AB-458C-BDD9-1D0F59CBD74E}" dt="2026-04-18T09:42:50.109" v="20" actId="1076"/>
          <ac:spMkLst>
            <pc:docMk/>
            <pc:sldMk cId="3149828854" sldId="258"/>
            <ac:spMk id="7" creationId="{220DBDB2-A829-4B64-8A92-B5CAF7E8C7C9}"/>
          </ac:spMkLst>
        </pc:spChg>
        <pc:spChg chg="mod">
          <ac:chgData name="思如 陳" userId="49910af320172883" providerId="LiveId" clId="{C8B363BA-55AB-458C-BDD9-1D0F59CBD74E}" dt="2026-04-18T11:21:02.317" v="93" actId="20577"/>
          <ac:spMkLst>
            <pc:docMk/>
            <pc:sldMk cId="3149828854" sldId="258"/>
            <ac:spMk id="12" creationId="{65C1E8A8-CD19-4B98-8996-4ABAB60CA7FD}"/>
          </ac:spMkLst>
        </pc:spChg>
        <pc:spChg chg="mod">
          <ac:chgData name="思如 陳" userId="49910af320172883" providerId="LiveId" clId="{C8B363BA-55AB-458C-BDD9-1D0F59CBD74E}" dt="2026-04-18T09:46:01.939" v="77" actId="113"/>
          <ac:spMkLst>
            <pc:docMk/>
            <pc:sldMk cId="3149828854" sldId="258"/>
            <ac:spMk id="17" creationId="{2C2DAF1A-FAD0-4460-8C2C-9389B581835C}"/>
          </ac:spMkLst>
        </pc:spChg>
        <pc:graphicFrameChg chg="mod">
          <ac:chgData name="思如 陳" userId="49910af320172883" providerId="LiveId" clId="{C8B363BA-55AB-458C-BDD9-1D0F59CBD74E}" dt="2026-04-18T09:42:50.109" v="20" actId="1076"/>
          <ac:graphicFrameMkLst>
            <pc:docMk/>
            <pc:sldMk cId="3149828854" sldId="258"/>
            <ac:graphicFrameMk id="6" creationId="{044BA2CD-92B9-4842-81EA-E0F0EAF290A8}"/>
          </ac:graphicFrameMkLst>
        </pc:graphicFrameChg>
        <pc:graphicFrameChg chg="mod">
          <ac:chgData name="思如 陳" userId="49910af320172883" providerId="LiveId" clId="{C8B363BA-55AB-458C-BDD9-1D0F59CBD74E}" dt="2026-04-18T09:42:50.109" v="20" actId="1076"/>
          <ac:graphicFrameMkLst>
            <pc:docMk/>
            <pc:sldMk cId="3149828854" sldId="258"/>
            <ac:graphicFrameMk id="10" creationId="{0E39A6F8-5164-4F6F-B755-BC68C4C9857D}"/>
          </ac:graphicFrameMkLst>
        </pc:graphicFrameChg>
      </pc:sldChg>
      <pc:sldChg chg="addSp modSp mod">
        <pc:chgData name="思如 陳" userId="49910af320172883" providerId="LiveId" clId="{C8B363BA-55AB-458C-BDD9-1D0F59CBD74E}" dt="2026-04-18T11:26:55.965" v="317" actId="20577"/>
        <pc:sldMkLst>
          <pc:docMk/>
          <pc:sldMk cId="4250978860" sldId="259"/>
        </pc:sldMkLst>
        <pc:spChg chg="mod">
          <ac:chgData name="思如 陳" userId="49910af320172883" providerId="LiveId" clId="{C8B363BA-55AB-458C-BDD9-1D0F59CBD74E}" dt="2026-04-18T11:21:18.149" v="114" actId="20577"/>
          <ac:spMkLst>
            <pc:docMk/>
            <pc:sldMk cId="4250978860" sldId="259"/>
            <ac:spMk id="3" creationId="{56B10058-8D27-4F98-B3F7-16D65294C967}"/>
          </ac:spMkLst>
        </pc:spChg>
        <pc:spChg chg="add mod">
          <ac:chgData name="思如 陳" userId="49910af320172883" providerId="LiveId" clId="{C8B363BA-55AB-458C-BDD9-1D0F59CBD74E}" dt="2026-04-18T11:25:12.384" v="241" actId="1076"/>
          <ac:spMkLst>
            <pc:docMk/>
            <pc:sldMk cId="4250978860" sldId="259"/>
            <ac:spMk id="4" creationId="{398AE6AB-0AB0-4950-B757-FBDCA100977D}"/>
          </ac:spMkLst>
        </pc:spChg>
        <pc:spChg chg="mod">
          <ac:chgData name="思如 陳" userId="49910af320172883" providerId="LiveId" clId="{C8B363BA-55AB-458C-BDD9-1D0F59CBD74E}" dt="2026-04-18T11:26:55.965" v="317" actId="20577"/>
          <ac:spMkLst>
            <pc:docMk/>
            <pc:sldMk cId="4250978860" sldId="259"/>
            <ac:spMk id="11" creationId="{E0E7629A-F6D1-48FA-8EEE-07B9F0E2E7CF}"/>
          </ac:spMkLst>
        </pc:spChg>
        <pc:spChg chg="add mod">
          <ac:chgData name="思如 陳" userId="49910af320172883" providerId="LiveId" clId="{C8B363BA-55AB-458C-BDD9-1D0F59CBD74E}" dt="2026-04-18T11:25:20.934" v="243" actId="1076"/>
          <ac:spMkLst>
            <pc:docMk/>
            <pc:sldMk cId="4250978860" sldId="259"/>
            <ac:spMk id="29" creationId="{6124F2F9-E9E7-4E89-A531-3A324DD477A8}"/>
          </ac:spMkLst>
        </pc:spChg>
        <pc:spChg chg="mod">
          <ac:chgData name="思如 陳" userId="49910af320172883" providerId="LiveId" clId="{C8B363BA-55AB-458C-BDD9-1D0F59CBD74E}" dt="2026-04-18T11:21:39.984" v="132" actId="20577"/>
          <ac:spMkLst>
            <pc:docMk/>
            <pc:sldMk cId="4250978860" sldId="259"/>
            <ac:spMk id="54" creationId="{36408FD0-C38C-43F8-A720-6803405579FA}"/>
          </ac:spMkLst>
        </pc:spChg>
        <pc:spChg chg="mod">
          <ac:chgData name="思如 陳" userId="49910af320172883" providerId="LiveId" clId="{C8B363BA-55AB-458C-BDD9-1D0F59CBD74E}" dt="2026-04-18T09:46:25.001" v="79" actId="113"/>
          <ac:spMkLst>
            <pc:docMk/>
            <pc:sldMk cId="4250978860" sldId="259"/>
            <ac:spMk id="55" creationId="{33950A32-0AAF-44BE-B64B-4CE976E54269}"/>
          </ac:spMkLst>
        </pc:spChg>
        <pc:spChg chg="add mod">
          <ac:chgData name="思如 陳" userId="49910af320172883" providerId="LiveId" clId="{C8B363BA-55AB-458C-BDD9-1D0F59CBD74E}" dt="2026-04-18T09:46:11.522" v="78" actId="113"/>
          <ac:spMkLst>
            <pc:docMk/>
            <pc:sldMk cId="4250978860" sldId="259"/>
            <ac:spMk id="56" creationId="{552AA1F2-C0A8-4675-B8FE-A20E70782948}"/>
          </ac:spMkLst>
        </pc:spChg>
        <pc:graphicFrameChg chg="modGraphic">
          <ac:chgData name="思如 陳" userId="49910af320172883" providerId="LiveId" clId="{C8B363BA-55AB-458C-BDD9-1D0F59CBD74E}" dt="2026-04-18T11:26:32.443" v="254" actId="798"/>
          <ac:graphicFrameMkLst>
            <pc:docMk/>
            <pc:sldMk cId="4250978860" sldId="259"/>
            <ac:graphicFrameMk id="5" creationId="{BE54E1F6-C825-4721-8CA9-C48AF21A1165}"/>
          </ac:graphicFrameMkLst>
        </pc:graphicFrameChg>
        <pc:graphicFrameChg chg="modGraphic">
          <ac:chgData name="思如 陳" userId="49910af320172883" providerId="LiveId" clId="{C8B363BA-55AB-458C-BDD9-1D0F59CBD74E}" dt="2026-04-18T11:26:07.299" v="250" actId="2062"/>
          <ac:graphicFrameMkLst>
            <pc:docMk/>
            <pc:sldMk cId="4250978860" sldId="259"/>
            <ac:graphicFrameMk id="9" creationId="{63065234-F4E1-4FDA-B15D-C576B5E43F56}"/>
          </ac:graphicFrameMkLst>
        </pc:graphicFrameChg>
        <pc:graphicFrameChg chg="modGraphic">
          <ac:chgData name="思如 陳" userId="49910af320172883" providerId="LiveId" clId="{C8B363BA-55AB-458C-BDD9-1D0F59CBD74E}" dt="2026-04-18T11:26:31.939" v="253" actId="798"/>
          <ac:graphicFrameMkLst>
            <pc:docMk/>
            <pc:sldMk cId="4250978860" sldId="259"/>
            <ac:graphicFrameMk id="37" creationId="{D2C7F438-FDA7-498F-80AD-C95897CB1289}"/>
          </ac:graphicFrameMkLst>
        </pc:graphicFrameChg>
        <pc:graphicFrameChg chg="mod modGraphic">
          <ac:chgData name="思如 陳" userId="49910af320172883" providerId="LiveId" clId="{C8B363BA-55AB-458C-BDD9-1D0F59CBD74E}" dt="2026-04-18T11:24:24.524" v="218" actId="20577"/>
          <ac:graphicFrameMkLst>
            <pc:docMk/>
            <pc:sldMk cId="4250978860" sldId="259"/>
            <ac:graphicFrameMk id="39" creationId="{1729E3C4-5B5E-427D-A306-286C33092DD3}"/>
          </ac:graphicFrameMkLst>
        </pc:graphicFrameChg>
        <pc:graphicFrameChg chg="modGraphic">
          <ac:chgData name="思如 陳" userId="49910af320172883" providerId="LiveId" clId="{C8B363BA-55AB-458C-BDD9-1D0F59CBD74E}" dt="2026-04-18T11:23:05.016" v="182" actId="20577"/>
          <ac:graphicFrameMkLst>
            <pc:docMk/>
            <pc:sldMk cId="4250978860" sldId="259"/>
            <ac:graphicFrameMk id="43" creationId="{8B5CF0DC-D943-4311-9005-B93BC0ACA06D}"/>
          </ac:graphicFrameMkLst>
        </pc:graphicFrameChg>
        <pc:graphicFrameChg chg="mod modGraphic">
          <ac:chgData name="思如 陳" userId="49910af320172883" providerId="LiveId" clId="{C8B363BA-55AB-458C-BDD9-1D0F59CBD74E}" dt="2026-04-18T11:25:36.444" v="244" actId="1076"/>
          <ac:graphicFrameMkLst>
            <pc:docMk/>
            <pc:sldMk cId="4250978860" sldId="259"/>
            <ac:graphicFrameMk id="45" creationId="{FDC7BCC1-BE75-4456-92BD-88A3E2D97131}"/>
          </ac:graphicFrameMkLst>
        </pc:graphicFrameChg>
        <pc:graphicFrameChg chg="modGraphic">
          <ac:chgData name="思如 陳" userId="49910af320172883" providerId="LiveId" clId="{C8B363BA-55AB-458C-BDD9-1D0F59CBD74E}" dt="2026-04-18T11:23:09.341" v="183" actId="207"/>
          <ac:graphicFrameMkLst>
            <pc:docMk/>
            <pc:sldMk cId="4250978860" sldId="259"/>
            <ac:graphicFrameMk id="48" creationId="{6BC87724-50DA-458A-BBFD-6DC0C3564583}"/>
          </ac:graphicFrameMkLst>
        </pc:graphicFrameChg>
        <pc:graphicFrameChg chg="modGraphic">
          <ac:chgData name="思如 陳" userId="49910af320172883" providerId="LiveId" clId="{C8B363BA-55AB-458C-BDD9-1D0F59CBD74E}" dt="2026-04-18T11:23:17.204" v="189" actId="20577"/>
          <ac:graphicFrameMkLst>
            <pc:docMk/>
            <pc:sldMk cId="4250978860" sldId="259"/>
            <ac:graphicFrameMk id="50" creationId="{5C1FE6BC-BAF2-4B60-91E1-03545893C2D1}"/>
          </ac:graphicFrameMkLst>
        </pc:graphicFrameChg>
        <pc:graphicFrameChg chg="modGraphic">
          <ac:chgData name="思如 陳" userId="49910af320172883" providerId="LiveId" clId="{C8B363BA-55AB-458C-BDD9-1D0F59CBD74E}" dt="2026-04-18T09:37:07.260" v="14" actId="207"/>
          <ac:graphicFrameMkLst>
            <pc:docMk/>
            <pc:sldMk cId="4250978860" sldId="259"/>
            <ac:graphicFrameMk id="52" creationId="{32A6DC33-02AB-4B55-ACEA-97048B2B8EBB}"/>
          </ac:graphicFrameMkLst>
        </pc:graphicFrameChg>
      </pc:sldChg>
      <pc:sldChg chg="modSp mod">
        <pc:chgData name="思如 陳" userId="49910af320172883" providerId="LiveId" clId="{C8B363BA-55AB-458C-BDD9-1D0F59CBD74E}" dt="2026-04-18T11:30:04.804" v="444" actId="20577"/>
        <pc:sldMkLst>
          <pc:docMk/>
          <pc:sldMk cId="2262922097" sldId="260"/>
        </pc:sldMkLst>
        <pc:spChg chg="mod">
          <ac:chgData name="思如 陳" userId="49910af320172883" providerId="LiveId" clId="{C8B363BA-55AB-458C-BDD9-1D0F59CBD74E}" dt="2026-04-18T11:30:04.804" v="444" actId="20577"/>
          <ac:spMkLst>
            <pc:docMk/>
            <pc:sldMk cId="2262922097" sldId="260"/>
            <ac:spMk id="4" creationId="{A35041F0-B78F-4041-AEA8-B34EFBBDBB57}"/>
          </ac:spMkLst>
        </pc:spChg>
      </pc:sldChg>
      <pc:sldChg chg="modSp mod">
        <pc:chgData name="思如 陳" userId="49910af320172883" providerId="LiveId" clId="{C8B363BA-55AB-458C-BDD9-1D0F59CBD74E}" dt="2026-04-18T11:30:10.011" v="449" actId="20577"/>
        <pc:sldMkLst>
          <pc:docMk/>
          <pc:sldMk cId="4268194737" sldId="262"/>
        </pc:sldMkLst>
        <pc:spChg chg="mod">
          <ac:chgData name="思如 陳" userId="49910af320172883" providerId="LiveId" clId="{C8B363BA-55AB-458C-BDD9-1D0F59CBD74E}" dt="2026-04-18T11:29:49.668" v="439" actId="20577"/>
          <ac:spMkLst>
            <pc:docMk/>
            <pc:sldMk cId="4268194737" sldId="262"/>
            <ac:spMk id="4" creationId="{F148BB67-2B38-4C4D-8FE9-91232908449A}"/>
          </ac:spMkLst>
        </pc:spChg>
        <pc:spChg chg="mod">
          <ac:chgData name="思如 陳" userId="49910af320172883" providerId="LiveId" clId="{C8B363BA-55AB-458C-BDD9-1D0F59CBD74E}" dt="2026-04-18T11:30:10.011" v="449" actId="20577"/>
          <ac:spMkLst>
            <pc:docMk/>
            <pc:sldMk cId="4268194737" sldId="262"/>
            <ac:spMk id="6" creationId="{BBEBCDC7-503C-4230-96B0-8ED2BBFB9D7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B637F5-3B99-4BC6-87D4-F08248A20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2B58BC5-0399-496A-AE15-54C551C7C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72498A-1640-4329-A17E-69671FEBB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EBFD-5C27-449B-A41C-8A20F7A0AD91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DD6A1DE-2680-4849-BCC5-29C27FE78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D46FCF-564B-4888-8BB2-9F45BDDD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F1E6-9505-4AD7-A4CA-7355127CC6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0493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835C63-D074-4A51-92E5-62EF9D455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F18EC8-E382-4CA4-8204-EF6CD874C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924A67-5C1E-42B3-A35A-63B278D40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EBFD-5C27-449B-A41C-8A20F7A0AD91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9648F2-E519-4638-AAAE-18B3A5B50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440CCB-6830-4394-A0A5-024A76496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F1E6-9505-4AD7-A4CA-7355127CC6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9567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28EED4-7089-48EF-98F5-37F9A72DD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E18FEF8-E932-4A0A-B0B9-ED8F1F2B2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B91D71-C2EF-4843-B0B6-012788206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EBFD-5C27-449B-A41C-8A20F7A0AD91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1392A4-9665-4E9B-AC74-ECC2DF0CA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15952B-A7DF-458F-AE0F-06EFE69C6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F1E6-9505-4AD7-A4CA-7355127CC6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3835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2A1DF4-20FF-43ED-B69B-76DF55957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D7C1DD-5B36-466F-B025-E1EB2C2FDA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4AE71E-F6EB-4D1F-A5BF-EE1F562EF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A31D7B-C6F3-4DD1-B592-819691712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EBFD-5C27-449B-A41C-8A20F7A0AD91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8CE442-5DDD-494B-9DD1-41570FB35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75FC62-F3C1-4830-9314-62D081D71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F1E6-9505-4AD7-A4CA-7355127CC6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781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E77217-D0B0-4FA5-9432-AFBC89D7B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4C5BD37-7468-48C3-BC47-AC4ABBF7B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CAD3459-D26C-46DF-B0BD-64AD1E016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74CB8E3-4252-4FDD-9FA9-0487FA1469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EDA08B5-7D5A-488A-9AA5-DDED383727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2909954-7730-428C-91D9-146129705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EBFD-5C27-449B-A41C-8A20F7A0AD91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D4150F1-3C2C-4E1C-A949-F808B3631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6ABBE6C-B915-4C52-8D86-58F4A28C4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F1E6-9505-4AD7-A4CA-7355127CC6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01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D648C6-6948-450E-AE5C-262D8C10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533D18A-95A6-4FCD-A3CB-EABD24190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EBFD-5C27-449B-A41C-8A20F7A0AD91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940D132-1EBF-48C4-BDFA-12D4BC1E0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721E031-604F-4B2D-AD51-BB5A3AD2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F1E6-9505-4AD7-A4CA-7355127CC6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5096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ED707E2-6239-4E84-93EF-94471276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EBFD-5C27-449B-A41C-8A20F7A0AD91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3851419-AF32-4C97-81A9-0B7F1D4FD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886ADE-6369-4C8A-A4FD-626F0E865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F1E6-9505-4AD7-A4CA-7355127CC6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0774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CCB55C-7660-4761-94FB-FB8E18C4F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CFE28D-AC62-42C5-A215-A5B340077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5821DA6-BF4A-473B-8FA4-5E0458119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E8BB923-AA6F-4449-BABE-EF7715B62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EBFD-5C27-449B-A41C-8A20F7A0AD91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347FC90-DD3B-4C94-9F5E-EC0B8EF8C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BBC4FB7-69C0-4E99-B18B-F4DEAC53F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F1E6-9505-4AD7-A4CA-7355127CC6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529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359F98-F288-4FD5-A75C-798D46BF2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226ED7D-DF8E-40A5-A3B2-E613DF5A98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4DA48F6-E4EB-417C-99FB-F96F4CC0E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F54C2F-1E78-48FA-8FAC-5404D9037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EBFD-5C27-449B-A41C-8A20F7A0AD91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56295F4-3C80-4368-9505-2BAFA943D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7428D97-5ACB-47E1-93C8-5D5BD5D2B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F1E6-9505-4AD7-A4CA-7355127CC6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192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E36C4C-0A9D-4533-80B9-5474E465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15E968E-35E4-4D7A-BCB9-5E0DB9779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A0276C-1F3C-4C0B-816A-9C77644A7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EBFD-5C27-449B-A41C-8A20F7A0AD91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726366-9536-4615-BB42-268FD9298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1FC05B-3BD2-4145-B3C1-2445AA5B2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F1E6-9505-4AD7-A4CA-7355127CC6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58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269AE81-CD7D-4002-98C3-633674E874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AAD2077-EA2A-4DE5-B282-53F007BDE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6846A-1E7D-4DB7-B9C7-9D8999E94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EBFD-5C27-449B-A41C-8A20F7A0AD91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B0BAF0-9503-4646-BEEB-DE6A95AD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355BDA-2F08-4C53-A953-D43832FE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8F1E6-9505-4AD7-A4CA-7355127CC6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265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0600FF9-7500-4A15-AE87-4FA596D1D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25360D3-D990-4A91-933F-90677E537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7CDF11-7E80-4B3B-A554-47B690A9E6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CEBFD-5C27-449B-A41C-8A20F7A0AD91}" type="datetimeFigureOut">
              <a:rPr lang="zh-TW" altLang="en-US" smtClean="0"/>
              <a:t>2026/4/18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D7D33C-B4A5-453E-99A3-B2EE89322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5D6058-E1A9-4E1D-85B1-DD6883534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8F1E6-9505-4AD7-A4CA-7355127CC6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3074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0EB74D-A219-4CCF-BFB5-D3711D1E8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58166"/>
            <a:ext cx="9144000" cy="1141667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UI</a:t>
            </a:r>
            <a:r>
              <a:rPr lang="zh-TW" altLang="en-US" dirty="0"/>
              <a:t>設計圖</a:t>
            </a:r>
            <a:r>
              <a:rPr lang="en-US" altLang="zh-TW" dirty="0"/>
              <a:t>-</a:t>
            </a:r>
            <a:br>
              <a:rPr lang="en-US" altLang="zh-TW" dirty="0"/>
            </a:br>
            <a:r>
              <a:rPr lang="zh-TW" altLang="en-US" dirty="0"/>
              <a:t>公務車預約系統</a:t>
            </a:r>
          </a:p>
        </p:txBody>
      </p:sp>
    </p:spTree>
    <p:extLst>
      <p:ext uri="{BB962C8B-B14F-4D97-AF65-F5344CB8AC3E}">
        <p14:creationId xmlns:p14="http://schemas.microsoft.com/office/powerpoint/2010/main" val="3365861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19AD419E-1A21-4829-A770-6CE9AAABC8FB}"/>
              </a:ext>
            </a:extLst>
          </p:cNvPr>
          <p:cNvSpPr txBox="1"/>
          <p:nvPr/>
        </p:nvSpPr>
        <p:spPr>
          <a:xfrm>
            <a:off x="2587752" y="1463040"/>
            <a:ext cx="44348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0" i="0" dirty="0">
                <a:solidFill>
                  <a:srgbClr val="1F1F1F"/>
                </a:solidFill>
                <a:effectLst/>
                <a:latin typeface="Google Sans Flex"/>
              </a:rPr>
              <a:t>題目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Google Sans Flex"/>
              </a:rPr>
              <a:t>:</a:t>
            </a:r>
          </a:p>
          <a:p>
            <a:endParaRPr lang="en-US" altLang="zh-TW" b="0" i="0" dirty="0">
              <a:solidFill>
                <a:srgbClr val="1F1F1F"/>
              </a:solidFill>
              <a:effectLst/>
              <a:latin typeface="Google Sans Flex"/>
            </a:endParaRPr>
          </a:p>
          <a:p>
            <a:r>
              <a:rPr lang="zh-TW" altLang="en-US" b="0" i="0" dirty="0">
                <a:solidFill>
                  <a:srgbClr val="1F1F1F"/>
                </a:solidFill>
                <a:effectLst/>
                <a:latin typeface="Google Sans Flex"/>
              </a:rPr>
              <a:t>假設現有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Google Sans Flex"/>
              </a:rPr>
              <a:t>10</a:t>
            </a:r>
            <a:r>
              <a:rPr lang="zh-TW" altLang="en-US" b="0" i="0" dirty="0">
                <a:solidFill>
                  <a:srgbClr val="1F1F1F"/>
                </a:solidFill>
                <a:effectLst/>
                <a:latin typeface="Google Sans Flex"/>
              </a:rPr>
              <a:t>輛公務車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Google Sans Flex"/>
              </a:rPr>
              <a:t>(4</a:t>
            </a:r>
            <a:r>
              <a:rPr lang="zh-TW" altLang="en-US" b="0" i="0" dirty="0">
                <a:solidFill>
                  <a:srgbClr val="1F1F1F"/>
                </a:solidFill>
                <a:effectLst/>
                <a:latin typeface="Google Sans Flex"/>
              </a:rPr>
              <a:t>輛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Google Sans Flex"/>
              </a:rPr>
              <a:t>10</a:t>
            </a:r>
            <a:r>
              <a:rPr lang="zh-TW" altLang="en-US" b="0" i="0" dirty="0">
                <a:solidFill>
                  <a:srgbClr val="1F1F1F"/>
                </a:solidFill>
                <a:effectLst/>
                <a:latin typeface="Google Sans Flex"/>
              </a:rPr>
              <a:t>人座、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Google Sans Flex"/>
              </a:rPr>
              <a:t>6</a:t>
            </a:r>
            <a:r>
              <a:rPr lang="zh-TW" altLang="en-US" b="0" i="0" dirty="0">
                <a:solidFill>
                  <a:srgbClr val="1F1F1F"/>
                </a:solidFill>
                <a:effectLst/>
                <a:latin typeface="Google Sans Flex"/>
              </a:rPr>
              <a:t>輛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Google Sans Flex"/>
              </a:rPr>
              <a:t>4</a:t>
            </a:r>
            <a:r>
              <a:rPr lang="zh-TW" altLang="en-US" b="0" i="0" dirty="0">
                <a:solidFill>
                  <a:srgbClr val="1F1F1F"/>
                </a:solidFill>
                <a:effectLst/>
                <a:latin typeface="Google Sans Flex"/>
              </a:rPr>
              <a:t>人座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Google Sans Flex"/>
              </a:rPr>
              <a:t>)</a:t>
            </a:r>
            <a:r>
              <a:rPr lang="zh-TW" altLang="en-US" b="0" i="0" dirty="0">
                <a:solidFill>
                  <a:srgbClr val="1F1F1F"/>
                </a:solidFill>
                <a:effectLst/>
                <a:latin typeface="Google Sans Flex"/>
              </a:rPr>
              <a:t>，為了避免發生車輛已被預約，但到現場發現無車可用的狀況，須即時提供公務車使用狀況。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42518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6CA8739-8990-4670-B1A0-B58C5902C9FA}"/>
              </a:ext>
            </a:extLst>
          </p:cNvPr>
          <p:cNvSpPr txBox="1"/>
          <p:nvPr/>
        </p:nvSpPr>
        <p:spPr>
          <a:xfrm>
            <a:off x="3995928" y="324398"/>
            <a:ext cx="301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accent5"/>
                </a:solidFill>
              </a:rPr>
              <a:t>歡迎來到公務車預約系統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5F52379-1220-4642-AF1B-C1EECEF0A1F3}"/>
              </a:ext>
            </a:extLst>
          </p:cNvPr>
          <p:cNvSpPr txBox="1"/>
          <p:nvPr/>
        </p:nvSpPr>
        <p:spPr>
          <a:xfrm>
            <a:off x="950976" y="1328372"/>
            <a:ext cx="301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•</a:t>
            </a:r>
            <a:r>
              <a:rPr lang="zh-TW" altLang="en-US" sz="1600" dirty="0"/>
              <a:t>請選擇想預約的日期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044BA2CD-92B9-4842-81EA-E0F0EAF29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03223"/>
              </p:ext>
            </p:extLst>
          </p:nvPr>
        </p:nvGraphicFramePr>
        <p:xfrm>
          <a:off x="950976" y="1697704"/>
          <a:ext cx="3776472" cy="338859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39496">
                  <a:extLst>
                    <a:ext uri="{9D8B030D-6E8A-4147-A177-3AD203B41FA5}">
                      <a16:colId xmlns:a16="http://schemas.microsoft.com/office/drawing/2014/main" val="189574805"/>
                    </a:ext>
                  </a:extLst>
                </a:gridCol>
                <a:gridCol w="539496">
                  <a:extLst>
                    <a:ext uri="{9D8B030D-6E8A-4147-A177-3AD203B41FA5}">
                      <a16:colId xmlns:a16="http://schemas.microsoft.com/office/drawing/2014/main" val="2073848047"/>
                    </a:ext>
                  </a:extLst>
                </a:gridCol>
                <a:gridCol w="539496">
                  <a:extLst>
                    <a:ext uri="{9D8B030D-6E8A-4147-A177-3AD203B41FA5}">
                      <a16:colId xmlns:a16="http://schemas.microsoft.com/office/drawing/2014/main" val="2554274361"/>
                    </a:ext>
                  </a:extLst>
                </a:gridCol>
                <a:gridCol w="539496">
                  <a:extLst>
                    <a:ext uri="{9D8B030D-6E8A-4147-A177-3AD203B41FA5}">
                      <a16:colId xmlns:a16="http://schemas.microsoft.com/office/drawing/2014/main" val="881762169"/>
                    </a:ext>
                  </a:extLst>
                </a:gridCol>
                <a:gridCol w="539496">
                  <a:extLst>
                    <a:ext uri="{9D8B030D-6E8A-4147-A177-3AD203B41FA5}">
                      <a16:colId xmlns:a16="http://schemas.microsoft.com/office/drawing/2014/main" val="1251164279"/>
                    </a:ext>
                  </a:extLst>
                </a:gridCol>
                <a:gridCol w="539496">
                  <a:extLst>
                    <a:ext uri="{9D8B030D-6E8A-4147-A177-3AD203B41FA5}">
                      <a16:colId xmlns:a16="http://schemas.microsoft.com/office/drawing/2014/main" val="750866511"/>
                    </a:ext>
                  </a:extLst>
                </a:gridCol>
                <a:gridCol w="539496">
                  <a:extLst>
                    <a:ext uri="{9D8B030D-6E8A-4147-A177-3AD203B41FA5}">
                      <a16:colId xmlns:a16="http://schemas.microsoft.com/office/drawing/2014/main" val="4087663639"/>
                    </a:ext>
                  </a:extLst>
                </a:gridCol>
              </a:tblGrid>
              <a:tr h="47856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二</a:t>
                      </a:r>
                      <a:endParaRPr lang="en-US" altLang="zh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364308"/>
                  </a:ext>
                </a:extLst>
              </a:tr>
              <a:tr h="582005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4/1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4/2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4/3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4/3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4/5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102311"/>
                  </a:ext>
                </a:extLst>
              </a:tr>
              <a:tr h="58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4/6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4/7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4/8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4/9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4/10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4/11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4/12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726525"/>
                  </a:ext>
                </a:extLst>
              </a:tr>
              <a:tr h="58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4/13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4/14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4/15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4/16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4/17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4/18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4/19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087023"/>
                  </a:ext>
                </a:extLst>
              </a:tr>
              <a:tr h="58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4/20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4/21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4/22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4/23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4/24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4/25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4/26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520032"/>
                  </a:ext>
                </a:extLst>
              </a:tr>
              <a:tr h="58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4/27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4/28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4/29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4/30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5/1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5/2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5/3</a:t>
                      </a:r>
                      <a:endParaRPr lang="zh-TW" altLang="en-US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737964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220DBDB2-A829-4B64-8A92-B5CAF7E8C7C9}"/>
              </a:ext>
            </a:extLst>
          </p:cNvPr>
          <p:cNvSpPr txBox="1"/>
          <p:nvPr/>
        </p:nvSpPr>
        <p:spPr>
          <a:xfrm>
            <a:off x="5346191" y="1328372"/>
            <a:ext cx="243840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•</a:t>
            </a:r>
            <a:r>
              <a:rPr lang="zh-TW" altLang="en-US" sz="1600" dirty="0"/>
              <a:t>請選擇預約時間</a:t>
            </a:r>
            <a:endParaRPr lang="en-US" altLang="zh-TW" sz="1600" dirty="0"/>
          </a:p>
          <a:p>
            <a:r>
              <a:rPr lang="zh-TW" altLang="en-US" sz="1600" dirty="0"/>
              <a:t> </a:t>
            </a:r>
            <a:r>
              <a:rPr lang="en-US" altLang="zh-TW" sz="1600" dirty="0"/>
              <a:t>(</a:t>
            </a:r>
            <a:r>
              <a:rPr lang="zh-TW" altLang="en-US" sz="1600" dirty="0"/>
              <a:t>先以</a:t>
            </a:r>
            <a:r>
              <a:rPr lang="en-US" altLang="zh-TW" sz="1600" dirty="0"/>
              <a:t>15</a:t>
            </a:r>
            <a:r>
              <a:rPr lang="zh-TW" altLang="en-US" sz="1600" dirty="0"/>
              <a:t>分鐘為單位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0E39A6F8-5164-4F6F-B755-BC68C4C98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421045"/>
              </p:ext>
            </p:extLst>
          </p:nvPr>
        </p:nvGraphicFramePr>
        <p:xfrm>
          <a:off x="5658611" y="2140015"/>
          <a:ext cx="1441706" cy="1850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706">
                  <a:extLst>
                    <a:ext uri="{9D8B030D-6E8A-4147-A177-3AD203B41FA5}">
                      <a16:colId xmlns:a16="http://schemas.microsoft.com/office/drawing/2014/main" val="2357910927"/>
                    </a:ext>
                  </a:extLst>
                </a:gridCol>
              </a:tblGrid>
              <a:tr h="25761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/>
                        <a:t>下拉式選單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011288"/>
                  </a:ext>
                </a:extLst>
              </a:tr>
              <a:tr h="257614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08:00-08:15</a:t>
                      </a:r>
                      <a:endParaRPr lang="zh-TW" altLang="en-US" sz="14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8497"/>
                  </a:ext>
                </a:extLst>
              </a:tr>
              <a:tr h="257614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08:15-08:30</a:t>
                      </a:r>
                      <a:endParaRPr lang="zh-TW" altLang="en-US" sz="14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160963"/>
                  </a:ext>
                </a:extLst>
              </a:tr>
              <a:tr h="257614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08:30-08:45</a:t>
                      </a:r>
                      <a:endParaRPr lang="zh-TW" altLang="en-US" sz="14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221342"/>
                  </a:ext>
                </a:extLst>
              </a:tr>
              <a:tr h="315551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08:45-09:00</a:t>
                      </a:r>
                      <a:endParaRPr lang="zh-TW" altLang="en-US" sz="14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041967"/>
                  </a:ext>
                </a:extLst>
              </a:tr>
              <a:tr h="315551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09:00-09:15</a:t>
                      </a:r>
                      <a:endParaRPr lang="zh-TW" altLang="en-US" sz="14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2935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65C1E8A8-CD19-4B98-8996-4ABAB60CA7FD}"/>
              </a:ext>
            </a:extLst>
          </p:cNvPr>
          <p:cNvSpPr txBox="1"/>
          <p:nvPr/>
        </p:nvSpPr>
        <p:spPr>
          <a:xfrm>
            <a:off x="8302752" y="2537118"/>
            <a:ext cx="2505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•</a:t>
            </a:r>
            <a:r>
              <a:rPr lang="zh-TW" altLang="en-US" sz="1600" dirty="0"/>
              <a:t>預約車數 </a:t>
            </a:r>
            <a:r>
              <a:rPr lang="en-US" altLang="zh-TW" sz="1600" dirty="0"/>
              <a:t>_____</a:t>
            </a:r>
            <a:r>
              <a:rPr lang="zh-TW" altLang="en-US" sz="1600" dirty="0"/>
              <a:t>台</a:t>
            </a:r>
            <a:endParaRPr lang="en-US" altLang="zh-TW" sz="1600" dirty="0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C2DAF1A-FAD0-4460-8C2C-9389B581835C}"/>
              </a:ext>
            </a:extLst>
          </p:cNvPr>
          <p:cNvSpPr/>
          <p:nvPr/>
        </p:nvSpPr>
        <p:spPr>
          <a:xfrm>
            <a:off x="5346191" y="5642848"/>
            <a:ext cx="1950721" cy="55678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查詢可搭乘車輛</a:t>
            </a:r>
          </a:p>
        </p:txBody>
      </p:sp>
    </p:spTree>
    <p:extLst>
      <p:ext uri="{BB962C8B-B14F-4D97-AF65-F5344CB8AC3E}">
        <p14:creationId xmlns:p14="http://schemas.microsoft.com/office/powerpoint/2010/main" val="3149828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6CA8739-8990-4670-B1A0-B58C5902C9FA}"/>
              </a:ext>
            </a:extLst>
          </p:cNvPr>
          <p:cNvSpPr txBox="1"/>
          <p:nvPr/>
        </p:nvSpPr>
        <p:spPr>
          <a:xfrm>
            <a:off x="3995928" y="324398"/>
            <a:ext cx="301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accent5"/>
                </a:solidFill>
              </a:rPr>
              <a:t>歡迎來到公務車預約系統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6B10058-8D27-4F98-B3F7-16D65294C967}"/>
              </a:ext>
            </a:extLst>
          </p:cNvPr>
          <p:cNvSpPr txBox="1"/>
          <p:nvPr/>
        </p:nvSpPr>
        <p:spPr>
          <a:xfrm>
            <a:off x="454152" y="905207"/>
            <a:ext cx="5641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/>
              <a:t>依您目前選擇的時間與車數，尚有以下車種可以選擇</a:t>
            </a:r>
          </a:p>
        </p:txBody>
      </p:sp>
      <p:graphicFrame>
        <p:nvGraphicFramePr>
          <p:cNvPr id="5" name="表格 7">
            <a:extLst>
              <a:ext uri="{FF2B5EF4-FFF2-40B4-BE49-F238E27FC236}">
                <a16:creationId xmlns:a16="http://schemas.microsoft.com/office/drawing/2014/main" id="{BE54E1F6-C825-4721-8CA9-C48AF21A1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395823"/>
              </p:ext>
            </p:extLst>
          </p:nvPr>
        </p:nvGraphicFramePr>
        <p:xfrm>
          <a:off x="849376" y="3063239"/>
          <a:ext cx="1573784" cy="740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892">
                  <a:extLst>
                    <a:ext uri="{9D8B030D-6E8A-4147-A177-3AD203B41FA5}">
                      <a16:colId xmlns:a16="http://schemas.microsoft.com/office/drawing/2014/main" val="1022733645"/>
                    </a:ext>
                  </a:extLst>
                </a:gridCol>
                <a:gridCol w="786892">
                  <a:extLst>
                    <a:ext uri="{9D8B030D-6E8A-4147-A177-3AD203B41FA5}">
                      <a16:colId xmlns:a16="http://schemas.microsoft.com/office/drawing/2014/main" val="252685663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7508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40692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E0E7629A-F6D1-48FA-8EEE-07B9F0E2E7CF}"/>
              </a:ext>
            </a:extLst>
          </p:cNvPr>
          <p:cNvSpPr txBox="1"/>
          <p:nvPr/>
        </p:nvSpPr>
        <p:spPr>
          <a:xfrm>
            <a:off x="426465" y="1451474"/>
            <a:ext cx="6154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/>
              <a:t>*若車數不足，則直接顯示</a:t>
            </a:r>
            <a:r>
              <a:rPr lang="en-US" altLang="zh-TW" sz="1600" dirty="0"/>
              <a:t>”</a:t>
            </a:r>
            <a:r>
              <a:rPr lang="zh-TW" altLang="en-US" sz="1600" dirty="0"/>
              <a:t>目前無可預約之車輛</a:t>
            </a:r>
            <a:r>
              <a:rPr lang="en-US" altLang="zh-TW" sz="1600" dirty="0"/>
              <a:t>“</a:t>
            </a:r>
          </a:p>
          <a:p>
            <a:r>
              <a:rPr lang="zh-TW" altLang="en-US" sz="1600" dirty="0"/>
              <a:t>*灰色為已預約車次</a:t>
            </a:r>
            <a:endParaRPr lang="en-US" altLang="zh-TW" sz="1600" dirty="0"/>
          </a:p>
          <a:p>
            <a:r>
              <a:rPr lang="zh-TW" altLang="en-US" sz="1600" dirty="0"/>
              <a:t>*請選擇綠色車次 </a:t>
            </a:r>
            <a:r>
              <a:rPr lang="en-US" altLang="zh-TW" sz="1600" dirty="0"/>
              <a:t>(</a:t>
            </a:r>
            <a:r>
              <a:rPr lang="zh-TW" altLang="en-US" sz="1600" dirty="0"/>
              <a:t>已選擇的會出現黃底</a:t>
            </a:r>
            <a:r>
              <a:rPr lang="en-US" altLang="zh-TW" sz="1600" dirty="0"/>
              <a:t>+</a:t>
            </a:r>
            <a:r>
              <a:rPr lang="zh-TW" altLang="en-US" sz="1600" dirty="0"/>
              <a:t>打勾</a:t>
            </a:r>
            <a:r>
              <a:rPr lang="en-US" altLang="zh-TW" sz="1600" dirty="0"/>
              <a:t>)</a:t>
            </a:r>
            <a:endParaRPr lang="zh-TW" altLang="en-US" sz="16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DC72D61-E899-4E83-9E06-52A3DF735FCF}"/>
              </a:ext>
            </a:extLst>
          </p:cNvPr>
          <p:cNvSpPr txBox="1"/>
          <p:nvPr/>
        </p:nvSpPr>
        <p:spPr>
          <a:xfrm>
            <a:off x="1179576" y="2651014"/>
            <a:ext cx="98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車號</a:t>
            </a:r>
            <a:r>
              <a:rPr lang="en-US" altLang="zh-TW" dirty="0"/>
              <a:t>:A1</a:t>
            </a:r>
            <a:endParaRPr lang="zh-TW" altLang="en-US" dirty="0"/>
          </a:p>
        </p:txBody>
      </p:sp>
      <p:graphicFrame>
        <p:nvGraphicFramePr>
          <p:cNvPr id="37" name="表格 7">
            <a:extLst>
              <a:ext uri="{FF2B5EF4-FFF2-40B4-BE49-F238E27FC236}">
                <a16:creationId xmlns:a16="http://schemas.microsoft.com/office/drawing/2014/main" id="{D2C7F438-FDA7-498F-80AD-C95897CB1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388108"/>
              </p:ext>
            </p:extLst>
          </p:nvPr>
        </p:nvGraphicFramePr>
        <p:xfrm>
          <a:off x="2534412" y="3054095"/>
          <a:ext cx="1573784" cy="740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892">
                  <a:extLst>
                    <a:ext uri="{9D8B030D-6E8A-4147-A177-3AD203B41FA5}">
                      <a16:colId xmlns:a16="http://schemas.microsoft.com/office/drawing/2014/main" val="1022733645"/>
                    </a:ext>
                  </a:extLst>
                </a:gridCol>
                <a:gridCol w="786892">
                  <a:extLst>
                    <a:ext uri="{9D8B030D-6E8A-4147-A177-3AD203B41FA5}">
                      <a16:colId xmlns:a16="http://schemas.microsoft.com/office/drawing/2014/main" val="252685663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7508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40692"/>
                  </a:ext>
                </a:extLst>
              </a:tr>
            </a:tbl>
          </a:graphicData>
        </a:graphic>
      </p:graphicFrame>
      <p:sp>
        <p:nvSpPr>
          <p:cNvPr id="38" name="文字方塊 37">
            <a:extLst>
              <a:ext uri="{FF2B5EF4-FFF2-40B4-BE49-F238E27FC236}">
                <a16:creationId xmlns:a16="http://schemas.microsoft.com/office/drawing/2014/main" id="{07004127-3605-417B-97EB-7EECC90CC97A}"/>
              </a:ext>
            </a:extLst>
          </p:cNvPr>
          <p:cNvSpPr txBox="1"/>
          <p:nvPr/>
        </p:nvSpPr>
        <p:spPr>
          <a:xfrm>
            <a:off x="2864612" y="2641870"/>
            <a:ext cx="98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車號</a:t>
            </a:r>
            <a:r>
              <a:rPr lang="en-US" altLang="zh-TW" dirty="0"/>
              <a:t>:A2</a:t>
            </a:r>
            <a:endParaRPr lang="zh-TW" altLang="en-US" dirty="0"/>
          </a:p>
        </p:txBody>
      </p:sp>
      <p:graphicFrame>
        <p:nvGraphicFramePr>
          <p:cNvPr id="39" name="表格 7">
            <a:extLst>
              <a:ext uri="{FF2B5EF4-FFF2-40B4-BE49-F238E27FC236}">
                <a16:creationId xmlns:a16="http://schemas.microsoft.com/office/drawing/2014/main" id="{1729E3C4-5B5E-427D-A306-286C33092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81626"/>
              </p:ext>
            </p:extLst>
          </p:nvPr>
        </p:nvGraphicFramePr>
        <p:xfrm>
          <a:off x="4219448" y="3054095"/>
          <a:ext cx="1573784" cy="740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784">
                  <a:extLst>
                    <a:ext uri="{9D8B030D-6E8A-4147-A177-3AD203B41FA5}">
                      <a16:colId xmlns:a16="http://schemas.microsoft.com/office/drawing/2014/main" val="1022733645"/>
                    </a:ext>
                  </a:extLst>
                </a:gridCol>
              </a:tblGrid>
              <a:tr h="74066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V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750801"/>
                  </a:ext>
                </a:extLst>
              </a:tr>
            </a:tbl>
          </a:graphicData>
        </a:graphic>
      </p:graphicFrame>
      <p:sp>
        <p:nvSpPr>
          <p:cNvPr id="40" name="文字方塊 39">
            <a:extLst>
              <a:ext uri="{FF2B5EF4-FFF2-40B4-BE49-F238E27FC236}">
                <a16:creationId xmlns:a16="http://schemas.microsoft.com/office/drawing/2014/main" id="{B52B6468-C480-43ED-A0C0-CCE4674D48FC}"/>
              </a:ext>
            </a:extLst>
          </p:cNvPr>
          <p:cNvSpPr txBox="1"/>
          <p:nvPr/>
        </p:nvSpPr>
        <p:spPr>
          <a:xfrm>
            <a:off x="4549648" y="2641870"/>
            <a:ext cx="98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車號</a:t>
            </a:r>
            <a:r>
              <a:rPr lang="en-US" altLang="zh-TW" dirty="0"/>
              <a:t>:A3</a:t>
            </a:r>
            <a:endParaRPr lang="zh-TW" altLang="en-US" dirty="0"/>
          </a:p>
        </p:txBody>
      </p:sp>
      <p:graphicFrame>
        <p:nvGraphicFramePr>
          <p:cNvPr id="41" name="表格 7">
            <a:extLst>
              <a:ext uri="{FF2B5EF4-FFF2-40B4-BE49-F238E27FC236}">
                <a16:creationId xmlns:a16="http://schemas.microsoft.com/office/drawing/2014/main" id="{CA7514EA-A287-4F61-A9BD-80F50D4F4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675742"/>
              </p:ext>
            </p:extLst>
          </p:nvPr>
        </p:nvGraphicFramePr>
        <p:xfrm>
          <a:off x="5918708" y="3041438"/>
          <a:ext cx="1573784" cy="740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892">
                  <a:extLst>
                    <a:ext uri="{9D8B030D-6E8A-4147-A177-3AD203B41FA5}">
                      <a16:colId xmlns:a16="http://schemas.microsoft.com/office/drawing/2014/main" val="1022733645"/>
                    </a:ext>
                  </a:extLst>
                </a:gridCol>
                <a:gridCol w="786892">
                  <a:extLst>
                    <a:ext uri="{9D8B030D-6E8A-4147-A177-3AD203B41FA5}">
                      <a16:colId xmlns:a16="http://schemas.microsoft.com/office/drawing/2014/main" val="252685663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7508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40692"/>
                  </a:ext>
                </a:extLst>
              </a:tr>
            </a:tbl>
          </a:graphicData>
        </a:graphic>
      </p:graphicFrame>
      <p:sp>
        <p:nvSpPr>
          <p:cNvPr id="42" name="文字方塊 41">
            <a:extLst>
              <a:ext uri="{FF2B5EF4-FFF2-40B4-BE49-F238E27FC236}">
                <a16:creationId xmlns:a16="http://schemas.microsoft.com/office/drawing/2014/main" id="{67CB07DE-F254-4000-B5FC-BDB3F77993A9}"/>
              </a:ext>
            </a:extLst>
          </p:cNvPr>
          <p:cNvSpPr txBox="1"/>
          <p:nvPr/>
        </p:nvSpPr>
        <p:spPr>
          <a:xfrm>
            <a:off x="6248908" y="2629213"/>
            <a:ext cx="98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車號</a:t>
            </a:r>
            <a:r>
              <a:rPr lang="en-US" altLang="zh-TW" dirty="0"/>
              <a:t>:A4</a:t>
            </a:r>
            <a:endParaRPr lang="zh-TW" altLang="en-US" dirty="0"/>
          </a:p>
        </p:txBody>
      </p:sp>
      <p:graphicFrame>
        <p:nvGraphicFramePr>
          <p:cNvPr id="43" name="表格 7">
            <a:extLst>
              <a:ext uri="{FF2B5EF4-FFF2-40B4-BE49-F238E27FC236}">
                <a16:creationId xmlns:a16="http://schemas.microsoft.com/office/drawing/2014/main" id="{8B5CF0DC-D943-4311-9005-B93BC0ACA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151068"/>
              </p:ext>
            </p:extLst>
          </p:nvPr>
        </p:nvGraphicFramePr>
        <p:xfrm>
          <a:off x="7617968" y="3041438"/>
          <a:ext cx="1573784" cy="740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892">
                  <a:extLst>
                    <a:ext uri="{9D8B030D-6E8A-4147-A177-3AD203B41FA5}">
                      <a16:colId xmlns:a16="http://schemas.microsoft.com/office/drawing/2014/main" val="1022733645"/>
                    </a:ext>
                  </a:extLst>
                </a:gridCol>
                <a:gridCol w="786892">
                  <a:extLst>
                    <a:ext uri="{9D8B030D-6E8A-4147-A177-3AD203B41FA5}">
                      <a16:colId xmlns:a16="http://schemas.microsoft.com/office/drawing/2014/main" val="252685663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7508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40692"/>
                  </a:ext>
                </a:extLst>
              </a:tr>
            </a:tbl>
          </a:graphicData>
        </a:graphic>
      </p:graphicFrame>
      <p:sp>
        <p:nvSpPr>
          <p:cNvPr id="44" name="文字方塊 43">
            <a:extLst>
              <a:ext uri="{FF2B5EF4-FFF2-40B4-BE49-F238E27FC236}">
                <a16:creationId xmlns:a16="http://schemas.microsoft.com/office/drawing/2014/main" id="{097B8D41-946F-42FE-BEA4-ADDD4D4C10C9}"/>
              </a:ext>
            </a:extLst>
          </p:cNvPr>
          <p:cNvSpPr txBox="1"/>
          <p:nvPr/>
        </p:nvSpPr>
        <p:spPr>
          <a:xfrm>
            <a:off x="7948168" y="2629213"/>
            <a:ext cx="98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車號</a:t>
            </a:r>
            <a:r>
              <a:rPr lang="en-US" altLang="zh-TW" dirty="0"/>
              <a:t>:A5</a:t>
            </a:r>
            <a:endParaRPr lang="zh-TW" altLang="en-US" dirty="0"/>
          </a:p>
        </p:txBody>
      </p:sp>
      <p:graphicFrame>
        <p:nvGraphicFramePr>
          <p:cNvPr id="45" name="表格 7">
            <a:extLst>
              <a:ext uri="{FF2B5EF4-FFF2-40B4-BE49-F238E27FC236}">
                <a16:creationId xmlns:a16="http://schemas.microsoft.com/office/drawing/2014/main" id="{FDC7BCC1-BE75-4456-92BD-88A3E2D97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916815"/>
              </p:ext>
            </p:extLst>
          </p:nvPr>
        </p:nvGraphicFramePr>
        <p:xfrm>
          <a:off x="9317228" y="3022604"/>
          <a:ext cx="1573784" cy="740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892">
                  <a:extLst>
                    <a:ext uri="{9D8B030D-6E8A-4147-A177-3AD203B41FA5}">
                      <a16:colId xmlns:a16="http://schemas.microsoft.com/office/drawing/2014/main" val="1022733645"/>
                    </a:ext>
                  </a:extLst>
                </a:gridCol>
                <a:gridCol w="786892">
                  <a:extLst>
                    <a:ext uri="{9D8B030D-6E8A-4147-A177-3AD203B41FA5}">
                      <a16:colId xmlns:a16="http://schemas.microsoft.com/office/drawing/2014/main" val="252685663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7508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40692"/>
                  </a:ext>
                </a:extLst>
              </a:tr>
            </a:tbl>
          </a:graphicData>
        </a:graphic>
      </p:graphicFrame>
      <p:sp>
        <p:nvSpPr>
          <p:cNvPr id="46" name="文字方塊 45">
            <a:extLst>
              <a:ext uri="{FF2B5EF4-FFF2-40B4-BE49-F238E27FC236}">
                <a16:creationId xmlns:a16="http://schemas.microsoft.com/office/drawing/2014/main" id="{26687241-48A5-47B8-A589-C4C5E5546B7D}"/>
              </a:ext>
            </a:extLst>
          </p:cNvPr>
          <p:cNvSpPr txBox="1"/>
          <p:nvPr/>
        </p:nvSpPr>
        <p:spPr>
          <a:xfrm>
            <a:off x="9647428" y="2608121"/>
            <a:ext cx="98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車號</a:t>
            </a:r>
            <a:r>
              <a:rPr lang="en-US" altLang="zh-TW" dirty="0"/>
              <a:t>:A6</a:t>
            </a:r>
            <a:endParaRPr lang="zh-TW" altLang="en-US" dirty="0"/>
          </a:p>
        </p:txBody>
      </p:sp>
      <p:graphicFrame>
        <p:nvGraphicFramePr>
          <p:cNvPr id="9" name="表格 46">
            <a:extLst>
              <a:ext uri="{FF2B5EF4-FFF2-40B4-BE49-F238E27FC236}">
                <a16:creationId xmlns:a16="http://schemas.microsoft.com/office/drawing/2014/main" id="{63065234-F4E1-4FDA-B15D-C576B5E43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698326"/>
              </p:ext>
            </p:extLst>
          </p:nvPr>
        </p:nvGraphicFramePr>
        <p:xfrm>
          <a:off x="1110996" y="4688162"/>
          <a:ext cx="1952244" cy="130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244">
                  <a:extLst>
                    <a:ext uri="{9D8B030D-6E8A-4147-A177-3AD203B41FA5}">
                      <a16:colId xmlns:a16="http://schemas.microsoft.com/office/drawing/2014/main" val="1927480790"/>
                    </a:ext>
                  </a:extLst>
                </a:gridCol>
              </a:tblGrid>
              <a:tr h="13011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V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757338"/>
                  </a:ext>
                </a:extLst>
              </a:tr>
            </a:tbl>
          </a:graphicData>
        </a:graphic>
      </p:graphicFrame>
      <p:sp>
        <p:nvSpPr>
          <p:cNvPr id="47" name="文字方塊 46">
            <a:extLst>
              <a:ext uri="{FF2B5EF4-FFF2-40B4-BE49-F238E27FC236}">
                <a16:creationId xmlns:a16="http://schemas.microsoft.com/office/drawing/2014/main" id="{96535EB0-9BFB-4099-9665-B3A84BF02F47}"/>
              </a:ext>
            </a:extLst>
          </p:cNvPr>
          <p:cNvSpPr txBox="1"/>
          <p:nvPr/>
        </p:nvSpPr>
        <p:spPr>
          <a:xfrm>
            <a:off x="1546860" y="4277029"/>
            <a:ext cx="98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車號</a:t>
            </a:r>
            <a:r>
              <a:rPr lang="en-US" altLang="zh-TW" dirty="0"/>
              <a:t>:B1</a:t>
            </a:r>
            <a:endParaRPr lang="zh-TW" altLang="en-US" dirty="0"/>
          </a:p>
        </p:txBody>
      </p:sp>
      <p:graphicFrame>
        <p:nvGraphicFramePr>
          <p:cNvPr id="48" name="表格 46">
            <a:extLst>
              <a:ext uri="{FF2B5EF4-FFF2-40B4-BE49-F238E27FC236}">
                <a16:creationId xmlns:a16="http://schemas.microsoft.com/office/drawing/2014/main" id="{6BC87724-50DA-458A-BBFD-6DC0C3564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903767"/>
              </p:ext>
            </p:extLst>
          </p:nvPr>
        </p:nvGraphicFramePr>
        <p:xfrm>
          <a:off x="3503676" y="4688162"/>
          <a:ext cx="195224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6122">
                  <a:extLst>
                    <a:ext uri="{9D8B030D-6E8A-4147-A177-3AD203B41FA5}">
                      <a16:colId xmlns:a16="http://schemas.microsoft.com/office/drawing/2014/main" val="1927480790"/>
                    </a:ext>
                  </a:extLst>
                </a:gridCol>
                <a:gridCol w="976122">
                  <a:extLst>
                    <a:ext uri="{9D8B030D-6E8A-4147-A177-3AD203B41FA5}">
                      <a16:colId xmlns:a16="http://schemas.microsoft.com/office/drawing/2014/main" val="789678854"/>
                    </a:ext>
                  </a:extLst>
                </a:gridCol>
              </a:tblGrid>
              <a:tr h="26023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757338"/>
                  </a:ext>
                </a:extLst>
              </a:tr>
              <a:tr h="26023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057286"/>
                  </a:ext>
                </a:extLst>
              </a:tr>
              <a:tr h="26023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943952"/>
                  </a:ext>
                </a:extLst>
              </a:tr>
              <a:tr h="26023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751597"/>
                  </a:ext>
                </a:extLst>
              </a:tr>
              <a:tr h="26023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945350"/>
                  </a:ext>
                </a:extLst>
              </a:tr>
            </a:tbl>
          </a:graphicData>
        </a:graphic>
      </p:graphicFrame>
      <p:sp>
        <p:nvSpPr>
          <p:cNvPr id="49" name="文字方塊 48">
            <a:extLst>
              <a:ext uri="{FF2B5EF4-FFF2-40B4-BE49-F238E27FC236}">
                <a16:creationId xmlns:a16="http://schemas.microsoft.com/office/drawing/2014/main" id="{AEA86159-6A54-4ED0-975F-871E41A03B1D}"/>
              </a:ext>
            </a:extLst>
          </p:cNvPr>
          <p:cNvSpPr txBox="1"/>
          <p:nvPr/>
        </p:nvSpPr>
        <p:spPr>
          <a:xfrm>
            <a:off x="3939540" y="4277029"/>
            <a:ext cx="98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車號</a:t>
            </a:r>
            <a:r>
              <a:rPr lang="en-US" altLang="zh-TW" dirty="0"/>
              <a:t>:B2</a:t>
            </a:r>
            <a:endParaRPr lang="zh-TW" altLang="en-US" dirty="0"/>
          </a:p>
        </p:txBody>
      </p:sp>
      <p:graphicFrame>
        <p:nvGraphicFramePr>
          <p:cNvPr id="50" name="表格 46">
            <a:extLst>
              <a:ext uri="{FF2B5EF4-FFF2-40B4-BE49-F238E27FC236}">
                <a16:creationId xmlns:a16="http://schemas.microsoft.com/office/drawing/2014/main" id="{5C1FE6BC-BAF2-4B60-91E1-03545893C2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792821"/>
              </p:ext>
            </p:extLst>
          </p:nvPr>
        </p:nvGraphicFramePr>
        <p:xfrm>
          <a:off x="5896356" y="4688162"/>
          <a:ext cx="195224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6122">
                  <a:extLst>
                    <a:ext uri="{9D8B030D-6E8A-4147-A177-3AD203B41FA5}">
                      <a16:colId xmlns:a16="http://schemas.microsoft.com/office/drawing/2014/main" val="1927480790"/>
                    </a:ext>
                  </a:extLst>
                </a:gridCol>
                <a:gridCol w="976122">
                  <a:extLst>
                    <a:ext uri="{9D8B030D-6E8A-4147-A177-3AD203B41FA5}">
                      <a16:colId xmlns:a16="http://schemas.microsoft.com/office/drawing/2014/main" val="789678854"/>
                    </a:ext>
                  </a:extLst>
                </a:gridCol>
              </a:tblGrid>
              <a:tr h="260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757338"/>
                  </a:ext>
                </a:extLst>
              </a:tr>
              <a:tr h="260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057286"/>
                  </a:ext>
                </a:extLst>
              </a:tr>
              <a:tr h="26023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943952"/>
                  </a:ext>
                </a:extLst>
              </a:tr>
              <a:tr h="26023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751597"/>
                  </a:ext>
                </a:extLst>
              </a:tr>
              <a:tr h="26023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945350"/>
                  </a:ext>
                </a:extLst>
              </a:tr>
            </a:tbl>
          </a:graphicData>
        </a:graphic>
      </p:graphicFrame>
      <p:sp>
        <p:nvSpPr>
          <p:cNvPr id="51" name="文字方塊 50">
            <a:extLst>
              <a:ext uri="{FF2B5EF4-FFF2-40B4-BE49-F238E27FC236}">
                <a16:creationId xmlns:a16="http://schemas.microsoft.com/office/drawing/2014/main" id="{26C32169-1D98-4D43-B375-816FC95DC0C0}"/>
              </a:ext>
            </a:extLst>
          </p:cNvPr>
          <p:cNvSpPr txBox="1"/>
          <p:nvPr/>
        </p:nvSpPr>
        <p:spPr>
          <a:xfrm>
            <a:off x="6332220" y="4277029"/>
            <a:ext cx="98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車號</a:t>
            </a:r>
            <a:r>
              <a:rPr lang="en-US" altLang="zh-TW" dirty="0"/>
              <a:t>:B3</a:t>
            </a:r>
            <a:endParaRPr lang="zh-TW" altLang="en-US" dirty="0"/>
          </a:p>
        </p:txBody>
      </p:sp>
      <p:graphicFrame>
        <p:nvGraphicFramePr>
          <p:cNvPr id="52" name="表格 46">
            <a:extLst>
              <a:ext uri="{FF2B5EF4-FFF2-40B4-BE49-F238E27FC236}">
                <a16:creationId xmlns:a16="http://schemas.microsoft.com/office/drawing/2014/main" id="{32A6DC33-02AB-4B55-ACEA-97048B2B8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867701"/>
              </p:ext>
            </p:extLst>
          </p:nvPr>
        </p:nvGraphicFramePr>
        <p:xfrm>
          <a:off x="8289036" y="4688162"/>
          <a:ext cx="195224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6122">
                  <a:extLst>
                    <a:ext uri="{9D8B030D-6E8A-4147-A177-3AD203B41FA5}">
                      <a16:colId xmlns:a16="http://schemas.microsoft.com/office/drawing/2014/main" val="1927480790"/>
                    </a:ext>
                  </a:extLst>
                </a:gridCol>
                <a:gridCol w="976122">
                  <a:extLst>
                    <a:ext uri="{9D8B030D-6E8A-4147-A177-3AD203B41FA5}">
                      <a16:colId xmlns:a16="http://schemas.microsoft.com/office/drawing/2014/main" val="789678854"/>
                    </a:ext>
                  </a:extLst>
                </a:gridCol>
              </a:tblGrid>
              <a:tr h="26023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757338"/>
                  </a:ext>
                </a:extLst>
              </a:tr>
              <a:tr h="26023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057286"/>
                  </a:ext>
                </a:extLst>
              </a:tr>
              <a:tr h="26023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943952"/>
                  </a:ext>
                </a:extLst>
              </a:tr>
              <a:tr h="26023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751597"/>
                  </a:ext>
                </a:extLst>
              </a:tr>
              <a:tr h="26023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945350"/>
                  </a:ext>
                </a:extLst>
              </a:tr>
            </a:tbl>
          </a:graphicData>
        </a:graphic>
      </p:graphicFrame>
      <p:sp>
        <p:nvSpPr>
          <p:cNvPr id="53" name="文字方塊 52">
            <a:extLst>
              <a:ext uri="{FF2B5EF4-FFF2-40B4-BE49-F238E27FC236}">
                <a16:creationId xmlns:a16="http://schemas.microsoft.com/office/drawing/2014/main" id="{62F7C275-02F9-4FB3-94DA-FEA66C8A2401}"/>
              </a:ext>
            </a:extLst>
          </p:cNvPr>
          <p:cNvSpPr txBox="1"/>
          <p:nvPr/>
        </p:nvSpPr>
        <p:spPr>
          <a:xfrm>
            <a:off x="8724900" y="4277029"/>
            <a:ext cx="98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車號</a:t>
            </a:r>
            <a:r>
              <a:rPr lang="en-US" altLang="zh-TW" dirty="0"/>
              <a:t>:B4</a:t>
            </a:r>
            <a:endParaRPr lang="zh-TW" altLang="en-US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36408FD0-C38C-43F8-A720-6803405579FA}"/>
              </a:ext>
            </a:extLst>
          </p:cNvPr>
          <p:cNvSpPr txBox="1"/>
          <p:nvPr/>
        </p:nvSpPr>
        <p:spPr>
          <a:xfrm>
            <a:off x="8567166" y="1451474"/>
            <a:ext cx="2160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solidFill>
                  <a:srgbClr val="FF0000"/>
                </a:solidFill>
              </a:rPr>
              <a:t>*目前已選擇</a:t>
            </a:r>
            <a:r>
              <a:rPr lang="en-US" altLang="zh-TW" sz="1400" dirty="0">
                <a:solidFill>
                  <a:srgbClr val="FF0000"/>
                </a:solidFill>
              </a:rPr>
              <a:t>_2_</a:t>
            </a:r>
            <a:r>
              <a:rPr lang="zh-TW" altLang="en-US" sz="1400" dirty="0">
                <a:solidFill>
                  <a:srgbClr val="FF0000"/>
                </a:solidFill>
              </a:rPr>
              <a:t>台車</a:t>
            </a:r>
            <a:endParaRPr lang="en-US" altLang="zh-TW" sz="1400" dirty="0">
              <a:solidFill>
                <a:srgbClr val="FF0000"/>
              </a:solidFill>
            </a:endParaRPr>
          </a:p>
        </p:txBody>
      </p: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33950A32-0AAF-44BE-B64B-4CE976E54269}"/>
              </a:ext>
            </a:extLst>
          </p:cNvPr>
          <p:cNvSpPr/>
          <p:nvPr/>
        </p:nvSpPr>
        <p:spPr>
          <a:xfrm>
            <a:off x="11004804" y="6140703"/>
            <a:ext cx="933196" cy="277030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</a:rPr>
              <a:t>重新預約</a:t>
            </a:r>
          </a:p>
        </p:txBody>
      </p:sp>
      <p:sp>
        <p:nvSpPr>
          <p:cNvPr id="56" name="矩形: 圓角 55">
            <a:extLst>
              <a:ext uri="{FF2B5EF4-FFF2-40B4-BE49-F238E27FC236}">
                <a16:creationId xmlns:a16="http://schemas.microsoft.com/office/drawing/2014/main" id="{552AA1F2-C0A8-4675-B8FE-A20E70782948}"/>
              </a:ext>
            </a:extLst>
          </p:cNvPr>
          <p:cNvSpPr/>
          <p:nvPr/>
        </p:nvSpPr>
        <p:spPr>
          <a:xfrm>
            <a:off x="11004804" y="5602562"/>
            <a:ext cx="933196" cy="277030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</a:rPr>
              <a:t>下一頁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98AE6AB-0AB0-4950-B757-FBDCA100977D}"/>
              </a:ext>
            </a:extLst>
          </p:cNvPr>
          <p:cNvSpPr txBox="1"/>
          <p:nvPr/>
        </p:nvSpPr>
        <p:spPr>
          <a:xfrm>
            <a:off x="206755" y="2899215"/>
            <a:ext cx="439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 </a:t>
            </a:r>
            <a:r>
              <a:rPr lang="en-US" altLang="zh-TW" dirty="0"/>
              <a:t>4</a:t>
            </a:r>
            <a:r>
              <a:rPr lang="zh-TW" altLang="en-US" dirty="0"/>
              <a:t>人車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124F2F9-E9E7-4E89-A531-3A324DD477A8}"/>
              </a:ext>
            </a:extLst>
          </p:cNvPr>
          <p:cNvSpPr txBox="1"/>
          <p:nvPr/>
        </p:nvSpPr>
        <p:spPr>
          <a:xfrm>
            <a:off x="206755" y="4817747"/>
            <a:ext cx="439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10</a:t>
            </a:r>
            <a:r>
              <a:rPr lang="zh-TW" altLang="en-US" dirty="0"/>
              <a:t>人車</a:t>
            </a:r>
          </a:p>
        </p:txBody>
      </p:sp>
    </p:spTree>
    <p:extLst>
      <p:ext uri="{BB962C8B-B14F-4D97-AF65-F5344CB8AC3E}">
        <p14:creationId xmlns:p14="http://schemas.microsoft.com/office/powerpoint/2010/main" val="4250978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6CA8739-8990-4670-B1A0-B58C5902C9FA}"/>
              </a:ext>
            </a:extLst>
          </p:cNvPr>
          <p:cNvSpPr txBox="1"/>
          <p:nvPr/>
        </p:nvSpPr>
        <p:spPr>
          <a:xfrm>
            <a:off x="3995928" y="324398"/>
            <a:ext cx="301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accent5"/>
                </a:solidFill>
              </a:rPr>
              <a:t>歡迎來到公務車預約系統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35041F0-B78F-4041-AEA8-B34EFBBDBB57}"/>
              </a:ext>
            </a:extLst>
          </p:cNvPr>
          <p:cNvSpPr txBox="1"/>
          <p:nvPr/>
        </p:nvSpPr>
        <p:spPr>
          <a:xfrm>
            <a:off x="3147061" y="1014984"/>
            <a:ext cx="534924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以下是您的預約資訊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r>
              <a:rPr lang="zh-TW" altLang="en-US" sz="1600" dirty="0"/>
              <a:t>您預約的公務車日期</a:t>
            </a:r>
            <a:r>
              <a:rPr lang="en-US" altLang="zh-TW" sz="1600" dirty="0"/>
              <a:t>:</a:t>
            </a:r>
            <a:r>
              <a:rPr lang="zh-TW" altLang="en-US" sz="1600" dirty="0"/>
              <a:t> </a:t>
            </a:r>
            <a:r>
              <a:rPr lang="en-US" altLang="zh-TW" sz="1600" dirty="0"/>
              <a:t>2026/4/26</a:t>
            </a:r>
          </a:p>
          <a:p>
            <a:r>
              <a:rPr lang="zh-TW" altLang="en-US" sz="1600" dirty="0"/>
              <a:t>您預約的時間</a:t>
            </a:r>
            <a:r>
              <a:rPr lang="en-US" altLang="zh-TW" sz="1600" dirty="0"/>
              <a:t>:  08:30-08:45</a:t>
            </a:r>
          </a:p>
          <a:p>
            <a:r>
              <a:rPr lang="zh-TW" altLang="en-US" sz="1600" dirty="0"/>
              <a:t>您預約的車號</a:t>
            </a:r>
            <a:r>
              <a:rPr lang="en-US" altLang="zh-TW" sz="1600" dirty="0"/>
              <a:t>:</a:t>
            </a:r>
          </a:p>
          <a:p>
            <a:r>
              <a:rPr lang="en-US" altLang="zh-TW" sz="1600" dirty="0"/>
              <a:t>A3 4</a:t>
            </a:r>
            <a:r>
              <a:rPr lang="zh-TW" altLang="en-US" sz="1600" dirty="0"/>
              <a:t>人座</a:t>
            </a:r>
            <a:endParaRPr lang="en-US" altLang="zh-TW" sz="1600" dirty="0"/>
          </a:p>
          <a:p>
            <a:r>
              <a:rPr lang="en-US" altLang="zh-TW" sz="1600" dirty="0"/>
              <a:t>B1 10</a:t>
            </a:r>
            <a:r>
              <a:rPr lang="zh-TW" altLang="en-US" sz="1600" dirty="0"/>
              <a:t>人座</a:t>
            </a:r>
            <a:endParaRPr lang="en-US" altLang="zh-TW" sz="1600" dirty="0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42A34DC-E73D-4104-9E8A-E30CB0BA6D0E}"/>
              </a:ext>
            </a:extLst>
          </p:cNvPr>
          <p:cNvSpPr/>
          <p:nvPr/>
        </p:nvSpPr>
        <p:spPr>
          <a:xfrm>
            <a:off x="2871216" y="5422392"/>
            <a:ext cx="1655064" cy="585216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回上頁修改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3A2460BF-6C97-4B0C-A876-852B623B736F}"/>
              </a:ext>
            </a:extLst>
          </p:cNvPr>
          <p:cNvSpPr/>
          <p:nvPr/>
        </p:nvSpPr>
        <p:spPr>
          <a:xfrm>
            <a:off x="6525768" y="5422392"/>
            <a:ext cx="1655064" cy="585216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確認資訊</a:t>
            </a:r>
          </a:p>
        </p:txBody>
      </p:sp>
    </p:spTree>
    <p:extLst>
      <p:ext uri="{BB962C8B-B14F-4D97-AF65-F5344CB8AC3E}">
        <p14:creationId xmlns:p14="http://schemas.microsoft.com/office/powerpoint/2010/main" val="2262922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6CA8739-8990-4670-B1A0-B58C5902C9FA}"/>
              </a:ext>
            </a:extLst>
          </p:cNvPr>
          <p:cNvSpPr txBox="1"/>
          <p:nvPr/>
        </p:nvSpPr>
        <p:spPr>
          <a:xfrm>
            <a:off x="3995928" y="324398"/>
            <a:ext cx="301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accent5"/>
                </a:solidFill>
              </a:rPr>
              <a:t>歡迎來到公務車預約系統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51986DC-610D-4C0F-A346-B1E87650109F}"/>
              </a:ext>
            </a:extLst>
          </p:cNvPr>
          <p:cNvSpPr txBox="1"/>
          <p:nvPr/>
        </p:nvSpPr>
        <p:spPr>
          <a:xfrm>
            <a:off x="2971800" y="1375833"/>
            <a:ext cx="57424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請填寫下方資訊以完成預約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r>
              <a:rPr lang="zh-TW" altLang="en-US" dirty="0"/>
              <a:t>您的姓名</a:t>
            </a:r>
            <a:r>
              <a:rPr lang="en-US" altLang="zh-TW" dirty="0"/>
              <a:t>:</a:t>
            </a:r>
          </a:p>
          <a:p>
            <a:r>
              <a:rPr lang="zh-TW" altLang="en-US" dirty="0"/>
              <a:t>您的電話</a:t>
            </a:r>
            <a:r>
              <a:rPr lang="en-US" altLang="zh-TW" dirty="0"/>
              <a:t>:</a:t>
            </a:r>
          </a:p>
          <a:p>
            <a:r>
              <a:rPr lang="zh-TW" altLang="en-US" dirty="0"/>
              <a:t>您的</a:t>
            </a:r>
            <a:r>
              <a:rPr lang="en-US" altLang="zh-TW" dirty="0"/>
              <a:t>Email: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◻︎我已詳閱上述公務車預約資訊</a:t>
            </a:r>
            <a:endParaRPr lang="en-US" altLang="zh-TW" dirty="0"/>
          </a:p>
          <a:p>
            <a:r>
              <a:rPr lang="zh-TW" altLang="en-US" dirty="0"/>
              <a:t>◻︎我同意上述資訊僅供預約時使用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D5E1223-F19D-4AE0-B402-594F8BFDD6CF}"/>
              </a:ext>
            </a:extLst>
          </p:cNvPr>
          <p:cNvSpPr txBox="1"/>
          <p:nvPr/>
        </p:nvSpPr>
        <p:spPr>
          <a:xfrm>
            <a:off x="4325112" y="19202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04E0913-45F5-47EE-B186-238A5B1AB130}"/>
              </a:ext>
            </a:extLst>
          </p:cNvPr>
          <p:cNvSpPr/>
          <p:nvPr/>
        </p:nvSpPr>
        <p:spPr>
          <a:xfrm>
            <a:off x="5268468" y="4920258"/>
            <a:ext cx="1655064" cy="585216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提交</a:t>
            </a:r>
          </a:p>
        </p:txBody>
      </p:sp>
    </p:spTree>
    <p:extLst>
      <p:ext uri="{BB962C8B-B14F-4D97-AF65-F5344CB8AC3E}">
        <p14:creationId xmlns:p14="http://schemas.microsoft.com/office/powerpoint/2010/main" val="2054636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6CA8739-8990-4670-B1A0-B58C5902C9FA}"/>
              </a:ext>
            </a:extLst>
          </p:cNvPr>
          <p:cNvSpPr txBox="1"/>
          <p:nvPr/>
        </p:nvSpPr>
        <p:spPr>
          <a:xfrm>
            <a:off x="3995928" y="324398"/>
            <a:ext cx="301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accent5"/>
                </a:solidFill>
              </a:rPr>
              <a:t>歡迎來到公務車預約系統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D5E1223-F19D-4AE0-B402-594F8BFDD6CF}"/>
              </a:ext>
            </a:extLst>
          </p:cNvPr>
          <p:cNvSpPr txBox="1"/>
          <p:nvPr/>
        </p:nvSpPr>
        <p:spPr>
          <a:xfrm>
            <a:off x="4325112" y="19202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148BB67-2B38-4C4D-8FE9-91232908449A}"/>
              </a:ext>
            </a:extLst>
          </p:cNvPr>
          <p:cNvSpPr txBox="1"/>
          <p:nvPr/>
        </p:nvSpPr>
        <p:spPr>
          <a:xfrm>
            <a:off x="2077212" y="888289"/>
            <a:ext cx="8037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√ 恭喜您成功預約公務車，預約資訊已寄至您的</a:t>
            </a:r>
            <a:r>
              <a:rPr lang="en-US" altLang="zh-TW" dirty="0"/>
              <a:t>Email</a:t>
            </a:r>
          </a:p>
          <a:p>
            <a:r>
              <a:rPr lang="zh-TW" altLang="en-US" dirty="0"/>
              <a:t>請務必於指定時間準時到達借車地點，若超過預約時間</a:t>
            </a:r>
            <a:r>
              <a:rPr lang="en-US" altLang="zh-TW" dirty="0"/>
              <a:t>15</a:t>
            </a:r>
            <a:r>
              <a:rPr lang="zh-TW" altLang="en-US" dirty="0"/>
              <a:t>分鐘，</a:t>
            </a:r>
            <a:endParaRPr lang="en-US" altLang="zh-TW" dirty="0"/>
          </a:p>
          <a:p>
            <a:r>
              <a:rPr lang="zh-TW" altLang="en-US" dirty="0"/>
              <a:t>將不吝通知並取消預約，若仍有公務車需求，請另行預約或現場詢問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BEBCDC7-503C-4230-96B0-8ED2BBFB9D7A}"/>
              </a:ext>
            </a:extLst>
          </p:cNvPr>
          <p:cNvSpPr txBox="1"/>
          <p:nvPr/>
        </p:nvSpPr>
        <p:spPr>
          <a:xfrm>
            <a:off x="2313104" y="2184059"/>
            <a:ext cx="300500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</a:rPr>
              <a:t>預約編號</a:t>
            </a:r>
            <a:r>
              <a:rPr lang="en-US" altLang="zh-TW" sz="1600" dirty="0">
                <a:solidFill>
                  <a:srgbClr val="FF0000"/>
                </a:solidFill>
              </a:rPr>
              <a:t>: 123456</a:t>
            </a:r>
          </a:p>
          <a:p>
            <a:r>
              <a:rPr lang="zh-TW" altLang="en-US" sz="1600" dirty="0">
                <a:solidFill>
                  <a:srgbClr val="FF0000"/>
                </a:solidFill>
              </a:rPr>
              <a:t>預約狀態</a:t>
            </a:r>
            <a:r>
              <a:rPr lang="en-US" altLang="zh-TW" sz="1600" dirty="0">
                <a:solidFill>
                  <a:srgbClr val="FF0000"/>
                </a:solidFill>
              </a:rPr>
              <a:t>: </a:t>
            </a:r>
            <a:r>
              <a:rPr lang="zh-TW" altLang="en-US" sz="1600" dirty="0">
                <a:solidFill>
                  <a:srgbClr val="FF0000"/>
                </a:solidFill>
              </a:rPr>
              <a:t>成功</a:t>
            </a:r>
            <a:endParaRPr lang="en-US" altLang="zh-TW" sz="1600" dirty="0">
              <a:solidFill>
                <a:srgbClr val="FF0000"/>
              </a:solidFill>
            </a:endParaRPr>
          </a:p>
          <a:p>
            <a:endParaRPr lang="en-US" altLang="zh-TW" sz="1600" dirty="0">
              <a:solidFill>
                <a:srgbClr val="FF0000"/>
              </a:solidFill>
            </a:endParaRPr>
          </a:p>
          <a:p>
            <a:r>
              <a:rPr lang="zh-TW" altLang="en-US" sz="1600" dirty="0">
                <a:solidFill>
                  <a:srgbClr val="FF0000"/>
                </a:solidFill>
              </a:rPr>
              <a:t>預約姓名</a:t>
            </a:r>
            <a:r>
              <a:rPr lang="en-US" altLang="zh-TW" sz="1600" dirty="0">
                <a:solidFill>
                  <a:srgbClr val="FF0000"/>
                </a:solidFill>
              </a:rPr>
              <a:t>:</a:t>
            </a:r>
          </a:p>
          <a:p>
            <a:r>
              <a:rPr lang="zh-TW" altLang="en-US" sz="1600" dirty="0">
                <a:solidFill>
                  <a:srgbClr val="FF0000"/>
                </a:solidFill>
              </a:rPr>
              <a:t>預約電話</a:t>
            </a:r>
            <a:r>
              <a:rPr lang="en-US" altLang="zh-TW" sz="1600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zh-TW" sz="1600" dirty="0">
                <a:solidFill>
                  <a:srgbClr val="FF0000"/>
                </a:solidFill>
              </a:rPr>
              <a:t>Email:</a:t>
            </a:r>
          </a:p>
          <a:p>
            <a:endParaRPr lang="en-US" altLang="zh-TW" sz="1600" dirty="0">
              <a:solidFill>
                <a:srgbClr val="FF0000"/>
              </a:solidFill>
            </a:endParaRPr>
          </a:p>
          <a:p>
            <a:r>
              <a:rPr lang="zh-TW" altLang="en-US" sz="1600" dirty="0">
                <a:solidFill>
                  <a:srgbClr val="FF0000"/>
                </a:solidFill>
              </a:rPr>
              <a:t>預約日期</a:t>
            </a:r>
            <a:r>
              <a:rPr lang="en-US" altLang="zh-TW" sz="1600" dirty="0">
                <a:solidFill>
                  <a:srgbClr val="FF0000"/>
                </a:solidFill>
              </a:rPr>
              <a:t>:</a:t>
            </a:r>
          </a:p>
          <a:p>
            <a:r>
              <a:rPr lang="zh-TW" altLang="en-US" sz="1600" dirty="0">
                <a:solidFill>
                  <a:srgbClr val="FF0000"/>
                </a:solidFill>
              </a:rPr>
              <a:t>預約時間</a:t>
            </a:r>
            <a:r>
              <a:rPr lang="en-US" altLang="zh-TW" sz="1600" dirty="0">
                <a:solidFill>
                  <a:srgbClr val="FF0000"/>
                </a:solidFill>
              </a:rPr>
              <a:t>:</a:t>
            </a:r>
          </a:p>
          <a:p>
            <a:r>
              <a:rPr lang="zh-TW" altLang="en-US" sz="1600" dirty="0">
                <a:solidFill>
                  <a:srgbClr val="FF0000"/>
                </a:solidFill>
              </a:rPr>
              <a:t>預約車號</a:t>
            </a:r>
            <a:r>
              <a:rPr lang="en-US" altLang="zh-TW" sz="1600" dirty="0">
                <a:solidFill>
                  <a:srgbClr val="FF0000"/>
                </a:solidFill>
              </a:rPr>
              <a:t>:</a:t>
            </a:r>
          </a:p>
          <a:p>
            <a:endParaRPr lang="en-US" altLang="zh-TW" sz="1600" dirty="0">
              <a:solidFill>
                <a:srgbClr val="FF0000"/>
              </a:solidFill>
            </a:endParaRPr>
          </a:p>
          <a:p>
            <a:endParaRPr lang="en-US" altLang="zh-TW" sz="1600" dirty="0">
              <a:solidFill>
                <a:srgbClr val="FF0000"/>
              </a:solidFill>
            </a:endParaRPr>
          </a:p>
          <a:p>
            <a:endParaRPr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585D39E-0E85-4F9C-A7AA-268762D7004E}"/>
              </a:ext>
            </a:extLst>
          </p:cNvPr>
          <p:cNvSpPr/>
          <p:nvPr/>
        </p:nvSpPr>
        <p:spPr>
          <a:xfrm>
            <a:off x="4608742" y="5226332"/>
            <a:ext cx="2265155" cy="585216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rgbClr val="FF0000"/>
                </a:solidFill>
              </a:rPr>
              <a:t>加入 </a:t>
            </a:r>
            <a:r>
              <a:rPr lang="en-US" altLang="zh-TW" dirty="0">
                <a:solidFill>
                  <a:srgbClr val="FF0000"/>
                </a:solidFill>
              </a:rPr>
              <a:t>Google</a:t>
            </a:r>
            <a:r>
              <a:rPr lang="zh-TW" altLang="en-US" dirty="0">
                <a:solidFill>
                  <a:srgbClr val="FF0000"/>
                </a:solidFill>
              </a:rPr>
              <a:t> 行事曆</a:t>
            </a:r>
          </a:p>
        </p:txBody>
      </p:sp>
    </p:spTree>
    <p:extLst>
      <p:ext uri="{BB962C8B-B14F-4D97-AF65-F5344CB8AC3E}">
        <p14:creationId xmlns:p14="http://schemas.microsoft.com/office/powerpoint/2010/main" val="4268194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449</Words>
  <Application>Microsoft Office PowerPoint</Application>
  <PresentationFormat>寬螢幕</PresentationFormat>
  <Paragraphs>115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Google Sans Flex</vt:lpstr>
      <vt:lpstr>Arial</vt:lpstr>
      <vt:lpstr>Calibri</vt:lpstr>
      <vt:lpstr>Calibri Light</vt:lpstr>
      <vt:lpstr>Office 佈景主題</vt:lpstr>
      <vt:lpstr>UI設計圖- 公務車預約系統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UI設計圖- 公務車預約系統</dc:title>
  <dc:creator>思如 陳</dc:creator>
  <cp:lastModifiedBy>思如 陳</cp:lastModifiedBy>
  <cp:revision>12</cp:revision>
  <dcterms:created xsi:type="dcterms:W3CDTF">2026-04-18T08:06:08Z</dcterms:created>
  <dcterms:modified xsi:type="dcterms:W3CDTF">2026-04-18T11:30:13Z</dcterms:modified>
</cp:coreProperties>
</file>